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Aegis QA Assistant — 시스템 동작 다이어그램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BEAFE"/>
                </a:solidFill>
              </a:rPr>
              <a:t>PDF 업로드 → 메뉴트리 추출 → 사용자 검토 → TC 생성 → 검토 → Excel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41248"/>
            <a:ext cx="12188952" cy="1481328"/>
          </a:xfrm>
          <a:prstGeom prst="rect">
            <a:avLst/>
          </a:prstGeom>
          <a:solidFill>
            <a:srgbClr val="FEF3C7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" y="914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</a:rPr>
              <a:t>사용자 (QA 담당자)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2395728"/>
            <a:ext cx="12188952" cy="1755648"/>
          </a:xfrm>
          <a:prstGeom prst="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</a:rPr>
              <a:t>React 프론트엔드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224528"/>
            <a:ext cx="12188952" cy="2395728"/>
          </a:xfrm>
          <a:prstGeom prst="rect">
            <a:avLst/>
          </a:prstGeom>
          <a:solidFill>
            <a:srgbClr val="DCFCE7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" y="4297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</a:rPr>
              <a:t>FastAPI 백엔드 +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914400"/>
            <a:ext cx="141732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1266444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① PDF
업로드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1586484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</a:rPr>
              <a:t>기획서 PDF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914400"/>
            <a:ext cx="141732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1266444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③ 메뉴트리
검토·편집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586484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</a:rPr>
              <a:t>범위 확정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914400"/>
            <a:ext cx="141732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1266444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⑤ TC 검토
승인·수정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1586484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</a:rPr>
              <a:t>품질 확인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04120" y="914400"/>
            <a:ext cx="141732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1266444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⑦ Excel
다운로드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1586484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</a:rPr>
              <a:t>TC 리포트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2514600"/>
            <a:ext cx="1554480" cy="118872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28895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DocumentsPage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20954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</a:rPr>
              <a:t>TC레벨 선택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86200" y="2514600"/>
            <a:ext cx="1554480" cy="118872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77640" y="28895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TreeViewPage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40" y="320954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</a:rPr>
              <a:t>트리 편집 UI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12280" y="2514600"/>
            <a:ext cx="1554480" cy="118872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3720" y="28895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TCReviewPage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20954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</a:rPr>
              <a:t>검토·승인 UI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12680" y="2514600"/>
            <a:ext cx="1554480" cy="118872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20" y="28895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Excel 다운로드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4120" y="320954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</a:rPr>
              <a:t>api.exportUrl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17320" y="4343400"/>
            <a:ext cx="1600200" cy="1508760"/>
          </a:xfrm>
          <a:prstGeom prst="rect">
            <a:avLst/>
          </a:prstGeom>
          <a:solidFill>
            <a:srgbClr val="2563E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08760" y="48783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② AI 메뉴트리
추출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08760" y="519836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</a:rPr>
              <a:t>TREE_PROMPT
4단계 계층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8760" y="452628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② AI 메뉴트리
추출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08760" y="5056632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DBEAFE"/>
                </a:solidFill>
              </a:rPr>
              <a:t>TREE_PROMPT
4단계 계층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4343400"/>
            <a:ext cx="1600200" cy="1508760"/>
          </a:xfrm>
          <a:prstGeom prst="rect">
            <a:avLst/>
          </a:prstGeom>
          <a:solidFill>
            <a:srgbClr val="1E40A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31920" y="48783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④ TC 생성
파이프라인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31920" y="519836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</a:rPr>
              <a:t>RAG + Gemini
기능별 순차처리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0" y="452628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④ TC 생성
파이프라인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31920" y="5056632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DBEAFE"/>
                </a:solidFill>
              </a:rPr>
              <a:t>RAG + Gemini
기능별 순차처리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4343400"/>
            <a:ext cx="1600200" cy="1508760"/>
          </a:xfrm>
          <a:prstGeom prst="rect">
            <a:avLst/>
          </a:prstGeom>
          <a:solidFill>
            <a:srgbClr val="06B6D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0" y="48783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진행률
DB 업데이트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519836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</a:rPr>
              <a:t>progress_current
progress_total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452628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진행률
DB 업데이트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5056632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DBEAFE"/>
                </a:solidFill>
              </a:rPr>
              <a:t>progress_current
progress_total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0" y="4343400"/>
            <a:ext cx="1600200" cy="1508760"/>
          </a:xfrm>
          <a:prstGeom prst="rect">
            <a:avLst/>
          </a:prstGeom>
          <a:solidFill>
            <a:srgbClr val="16A34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35440" y="48783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TC 저장 +
TC이력 벡터화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519836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</a:rPr>
              <a:t>SQLite
tc_history.pkl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452628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TC 저장 +
TC이력 벡터화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5056632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DBEAFE"/>
                </a:solidFill>
              </a:rPr>
              <a:t>SQLite
tc_history.pkl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2267712" y="2057400"/>
            <a:ext cx="0" cy="45720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663440" y="2057400"/>
            <a:ext cx="0" cy="45720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589520" y="2057400"/>
            <a:ext cx="0" cy="45720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0725912" y="2057400"/>
            <a:ext cx="0" cy="45720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240280" y="3703320"/>
            <a:ext cx="0" cy="64008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663440" y="3703320"/>
            <a:ext cx="0" cy="64008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589520" y="3703320"/>
            <a:ext cx="0" cy="64008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725912" y="3703320"/>
            <a:ext cx="0" cy="64008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017520" y="5102352"/>
            <a:ext cx="82296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5440680" y="5102352"/>
            <a:ext cx="105156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092440" y="5102352"/>
            <a:ext cx="105156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6492240" y="5989320"/>
            <a:ext cx="5212080" cy="45720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80" y="60533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40AF"/>
                </a:solidFill>
              </a:rPr>
              <a:t>3초 폴링: status + progress_current / progress_total → 프론트 진행률 바 업데이트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